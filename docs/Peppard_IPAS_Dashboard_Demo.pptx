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6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1371600"/>
            <a:ext cx="201168" cy="201168"/>
          </a:xfrm>
          <a:prstGeom prst="ellipse">
            <a:avLst/>
          </a:prstGeom>
          <a:solidFill>
            <a:srgbClr val="0E7F8B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371600"/>
            <a:ext cx="201168" cy="201168"/>
          </a:xfrm>
          <a:prstGeom prst="ellipse">
            <a:avLst/>
          </a:prstGeom>
          <a:solidFill>
            <a:srgbClr val="23A566"/>
          </a:solidFill>
          <a:ln/>
        </p:spPr>
      </p:sp>
      <p:sp>
        <p:nvSpPr>
          <p:cNvPr id="5" name="Shape 3"/>
          <p:cNvSpPr/>
          <p:nvPr/>
        </p:nvSpPr>
        <p:spPr>
          <a:xfrm>
            <a:off x="1399032" y="1371600"/>
            <a:ext cx="201168" cy="201168"/>
          </a:xfrm>
          <a:prstGeom prst="ellipse">
            <a:avLst/>
          </a:prstGeom>
          <a:solidFill>
            <a:srgbClr val="E01E1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dataset, two regulatory regimes — nothing keyed twice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3657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Justice demo · 8 accommodation centres across Ireland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Care Group</a:t>
            </a:r>
            <a:pPr indent="0" marL="0">
              <a:buNone/>
            </a:pPr>
            <a:r>
              <a:rPr lang="en-US" sz="13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Peppard Investments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5943600"/>
            <a:ext cx="10652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peppard-ipas.netlify.app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OVERVIEW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group at a glance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centres with live RAG compliance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Occupancy, open findings and overdue evidence roll-up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years operating · GM-led · Cork &amp; Dublin offices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1-group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OPERATIONS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 measured to the 4.65 m² standard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room register; suitable occupancy derived automatically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Over-occupancy flagged in real time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register tagged to IPPS § and HIQA standard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2-centre-oper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enter data — the system derives the rest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length × width → suitable occupancy computes @ 4.65 m²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occupancy flags and the Department return update live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downstream is manually keyed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9-room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NOTICES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currency and notices, self-auditing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since last check vs required frequency → amber, then red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'Log check' refreshes currency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12-point mandatory public-notices checklist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10-fire-not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ACTIONS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14-day evidence clock, fully editable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edit any finding; RED escalates on creation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and HIQA standard on every finding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Approaching-breach findings surfaced automatically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3-findings-track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HIQA STANDARDS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standards, benchmarked against the sector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 on the four-point compliance scale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Overlaid on 69 published HIQA sector inspections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HIQA-audited — internal self-assessment, stated plainly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4-standards-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FRAMEWORK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domains, 74 KPIs — computed from registers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KPIs computed live from the registers today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maps to a register — nothing hand-keyed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KPIs phase in as registers come online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5-kpi-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READINESS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inspection readiness pack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record, occupancy, fire currency and notices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register and HIQA self-assessment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from live registers — print to PDF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6-readiness-p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PACK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governance, generated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Cross-centre RAG and KPI position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Thematic HIQA risks across the group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profile and Mackin EHS assurance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7-board-p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RETURN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3246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IPPS return — generated, not transcribed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2880360"/>
            <a:ext cx="3200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room-by-room register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mapping: IPPS § and HIQA standard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actions, evidence and contractor comment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941064" y="949262"/>
            <a:ext cx="7891272" cy="4959477"/>
          </a:xfrm>
          <a:prstGeom prst="rect">
            <a:avLst/>
          </a:prstGeom>
          <a:solidFill>
            <a:srgbClr val="F4F6F7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6" name="Image 0" descr="C:\Users\phoga\OneDrive\Documents\GitHub\peppard-ipas\docs\screens\08-dept-retu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85838"/>
            <a:ext cx="7818120" cy="4886325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AC">
                <a:alpha val="4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46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65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3716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dataset. Two regimes.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keyed twice.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3621024"/>
            <a:ext cx="146304" cy="146304"/>
          </a:xfrm>
          <a:prstGeom prst="ellipse">
            <a:avLst/>
          </a:prstGeom>
          <a:solidFill>
            <a:srgbClr val="23A566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computes from a register  </a:t>
            </a:r>
            <a:pPr indent="0" marL="0">
              <a:buNone/>
            </a:pPr>
            <a:r>
              <a:rPr lang="en-US" sz="15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74-KPI framework, not a spreadsheet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279392"/>
            <a:ext cx="146304" cy="146304"/>
          </a:xfrm>
          <a:prstGeom prst="ellipse">
            <a:avLst/>
          </a:prstGeom>
          <a:solidFill>
            <a:srgbClr val="23A566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42245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enter once; both regimes are served  </a:t>
            </a:r>
            <a:pPr indent="0" marL="0">
              <a:buNone/>
            </a:pPr>
            <a:r>
              <a:rPr lang="en-US" sz="15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IPPS § and HIQA standard on every record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937760"/>
            <a:ext cx="146304" cy="146304"/>
          </a:xfrm>
          <a:prstGeom prst="ellipse">
            <a:avLst/>
          </a:prstGeom>
          <a:solidFill>
            <a:srgbClr val="23A566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488289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returns, readiness packs and board packs  </a:t>
            </a:r>
            <a:pPr indent="0" marL="0">
              <a:buNone/>
            </a:pPr>
            <a:r>
              <a:rPr lang="en-US" sz="15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generated from live registers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A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peppard-ipas.netlify.app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Peppard IPAS Operator Dashboard</dc:title>
  <dc:subject>PptxGenJS Presentation</dc:subject>
  <dc:creator>Origin Care Group</dc:creator>
  <cp:lastModifiedBy>Origin Care Group</cp:lastModifiedBy>
  <cp:revision>1</cp:revision>
  <dcterms:created xsi:type="dcterms:W3CDTF">2026-07-12T21:48:03Z</dcterms:created>
  <dcterms:modified xsi:type="dcterms:W3CDTF">2026-07-12T21:48:03Z</dcterms:modified>
</cp:coreProperties>
</file>