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ogan" userId="f72c366a7bcf764c" providerId="LiveId" clId="{FBB191B8-52EA-4D2F-8437-F385C4335A00}"/>
    <pc:docChg chg="modSld">
      <pc:chgData name="Philip hogan" userId="f72c366a7bcf764c" providerId="LiveId" clId="{FBB191B8-52EA-4D2F-8437-F385C4335A00}" dt="2026-07-12T01:14:27.018" v="0" actId="14100"/>
      <pc:docMkLst>
        <pc:docMk/>
      </pc:docMkLst>
      <pc:sldChg chg="modSp mod">
        <pc:chgData name="Philip hogan" userId="f72c366a7bcf764c" providerId="LiveId" clId="{FBB191B8-52EA-4D2F-8437-F385C4335A00}" dt="2026-07-12T01:14:27.018" v="0" actId="14100"/>
        <pc:sldMkLst>
          <pc:docMk/>
          <pc:sldMk cId="0" sldId="256"/>
        </pc:sldMkLst>
        <pc:picChg chg="mod">
          <ac:chgData name="Philip hogan" userId="f72c366a7bcf764c" providerId="LiveId" clId="{FBB191B8-52EA-4D2F-8437-F385C4335A00}" dt="2026-07-12T01:14:27.018" v="0" actId="14100"/>
          <ac:picMkLst>
            <pc:docMk/>
            <pc:sldMk cId="0" sldId="256"/>
            <ac:picMk id="2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7883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demo exists and can be shown live. This deck is the narrative and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design constraint from the descriptor: staff record once; the system answers to both the Department and HIQA.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Modules per the descriptor. Three of the six outputs are already generated in the demo: board pack, Department return, readiness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platform DNA as connects.health — the Peppard dashboard is a sibling, not a one-off.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Riverside carries the real 24.03.2026 inspection data; the other 7 centres carry representative sample data in the same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room table is the actual inspection data: bed configs, dimensions, issues like fridges in rooms.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contractual exposure loop. RED = contractual breach; the clock starts on report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recomputed from the raw judgement matrix of published inspections — Peppard's tracker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KPIs compute live today (occupancy, space standard, evidence timeliness, open REDs, mould cases, prohibited items). The rest wire up in Phase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documents exist in the demo now — generated live from the same data as the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split: real data vs demo data. Backend and hosting decisions are part of Phase 1 scoping.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one-line pitch. Offer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phoga/OneDrive/Documents/GitHub/peppard-ipas/public/peppard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293778"/>
            <a:ext cx="2286000" cy="110194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6060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IPAS Operator Dashboard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457200" y="35204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dataset. Two regulators. No double entry.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498848" y="43434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" name="Text 3"/>
          <p:cNvSpPr/>
          <p:nvPr/>
        </p:nvSpPr>
        <p:spPr>
          <a:xfrm>
            <a:off x="4498848" y="4343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CENTRES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16168" y="43434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5"/>
          <p:cNvSpPr/>
          <p:nvPr/>
        </p:nvSpPr>
        <p:spPr>
          <a:xfrm>
            <a:off x="5916168" y="43434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IPPS + HIQA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24928" y="43434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7"/>
          <p:cNvSpPr/>
          <p:nvPr/>
        </p:nvSpPr>
        <p:spPr>
          <a:xfrm>
            <a:off x="7424928" y="43434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KPIs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61264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Department of Justice meeting  ·  Origin Care Group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inspection regimes, one operation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of Justice — IPPS contract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and physical: rooms, ratios, registers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Room-level space standard — 4.65 m² per person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graded RED / AMBER / GREEN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of resolution due within 14 days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 exposure — payment depends on 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8006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B71C1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Text 7"/>
          <p:cNvSpPr/>
          <p:nvPr/>
        </p:nvSpPr>
        <p:spPr>
          <a:xfrm>
            <a:off x="777240" y="4800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45920" y="480060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1" name="Text 9"/>
          <p:cNvSpPr/>
          <p:nvPr/>
        </p:nvSpPr>
        <p:spPr>
          <a:xfrm>
            <a:off x="1645920" y="48006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51760" y="480060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3" name="Text 11"/>
          <p:cNvSpPr/>
          <p:nvPr/>
        </p:nvSpPr>
        <p:spPr>
          <a:xfrm>
            <a:off x="2651760" y="48006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150876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HIQA — National Standards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224028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Thematic: 40 standards across 10 themes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 a 4-point compliance scale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inspections published sector-wide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not yet audited — 69 sector inspections tracked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designated centres: obligations run to the Department and Tusla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37960" y="48006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Text 16"/>
          <p:cNvSpPr/>
          <p:nvPr/>
        </p:nvSpPr>
        <p:spPr>
          <a:xfrm>
            <a:off x="6537960" y="48006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63840" y="4800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/>
          <p:nvPr/>
        </p:nvSpPr>
        <p:spPr>
          <a:xfrm>
            <a:off x="7863840" y="48006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SUBSTANTIALLY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0976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/>
          <p:nvPr/>
        </p:nvSpPr>
        <p:spPr>
          <a:xfrm>
            <a:off x="9509760" y="4800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" y="56692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rule: every register entry carries both regulatory tags — one dataset feeds both regimes without double entry.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modules, six generated outputs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18470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Returns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51460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master record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fire registers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register — suitable occupancy auto-derived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with the 14-day evidence loop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50876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1" name="Shape 9"/>
          <p:cNvSpPr/>
          <p:nvPr/>
        </p:nvSpPr>
        <p:spPr>
          <a:xfrm>
            <a:off x="4572000" y="1783080"/>
            <a:ext cx="502920" cy="502920"/>
          </a:xfrm>
          <a:prstGeom prst="ellipse">
            <a:avLst/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/>
          <p:nvPr/>
        </p:nvSpPr>
        <p:spPr>
          <a:xfrm>
            <a:off x="45720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12080" y="18470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HIQA Standards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51460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40 standards, self-assessed per centre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linked from the same registers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against 69 published sector inspections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50876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Shape 14"/>
          <p:cNvSpPr/>
          <p:nvPr/>
        </p:nvSpPr>
        <p:spPr>
          <a:xfrm>
            <a:off x="8366760" y="1783080"/>
            <a:ext cx="502920" cy="502920"/>
          </a:xfrm>
          <a:prstGeom prst="ellipse">
            <a:avLst/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7" name="Text 15"/>
          <p:cNvSpPr/>
          <p:nvPr/>
        </p:nvSpPr>
        <p:spPr>
          <a:xfrm>
            <a:off x="83667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06840" y="18470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Framework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251460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domains, 74 KPIs — fully specified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KPI computes from a register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manually keyed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892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Generated outputs — one click each: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02920" y="534924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/>
          <p:nvPr/>
        </p:nvSpPr>
        <p:spPr>
          <a:xfrm>
            <a:off x="502920" y="5349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CENTRE OPERATIONS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97680" y="534924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/>
          <p:nvPr/>
        </p:nvSpPr>
        <p:spPr>
          <a:xfrm>
            <a:off x="4297680" y="5349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RAG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92440" y="534924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6" name="Text 24"/>
          <p:cNvSpPr/>
          <p:nvPr/>
        </p:nvSpPr>
        <p:spPr>
          <a:xfrm>
            <a:off x="8092440" y="5349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ASSURANCE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585216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8" name="Text 26"/>
          <p:cNvSpPr/>
          <p:nvPr/>
        </p:nvSpPr>
        <p:spPr>
          <a:xfrm>
            <a:off x="502920" y="5852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BOARD PACK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97680" y="585216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0" name="Text 28"/>
          <p:cNvSpPr/>
          <p:nvPr/>
        </p:nvSpPr>
        <p:spPr>
          <a:xfrm>
            <a:off x="4297680" y="5852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RETURN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5852160"/>
            <a:ext cx="3566160" cy="292608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2" name="Text 30"/>
          <p:cNvSpPr/>
          <p:nvPr/>
        </p:nvSpPr>
        <p:spPr>
          <a:xfrm>
            <a:off x="8092440" y="5852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READINESS PACK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FRONT DOOR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Origin platform family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0-spl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for every Origin governance platform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Healthcare — clinical governance for hospital operations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— accommodation-centre governance, same design language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components, shared conventions, faster delivery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overview — all 8 centres at a glance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1-group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compliance position for every centre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against contracted capacity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open finding sets each centre's RAG status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evidence surfaced group-wide, instantly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settings present the estate strong, mixed or under pressure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Centre operations — the room register, live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2-centre-ope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Riverside's real room register — 54 rooms from the March 2026 IPPS inspection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occupancy derived automatically at 4.65 m² per person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Over-occupancy flagged the moment it occurs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administration registers with review status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&amp; the 14-day evidence clock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3-findings-tra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carries its RAG priority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countdown to each 14-day evidence deadline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items escalate visually — nothing slips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workflow: submit, close, reopen — with an audit trail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TWO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HIQA standards with sector benchmarking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4-standards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40 National Standards across 10 themes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 on HIQA's own 4-point scale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standard benchmarked against 69 published HIQA IPAS inspections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sees where the sector struggles before HIQA arrives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THREE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KPI framework — 13 domains, 74 KPIs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5-kpi-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7680960" cy="4800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417320"/>
            <a:ext cx="3383280" cy="4800600"/>
          </a:xfrm>
          <a:prstGeom prst="roundRect">
            <a:avLst>
              <a:gd name="adj" fmla="val 216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4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framework in full, as specified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KPI mapped to its assurance register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marked LIVE compute in real time from the underlying registers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that matters: nothing is manually keyed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registers to documents — one click</a:t>
            </a:r>
            <a:endParaRPr lang="en-US" sz="3000" dirty="0"/>
          </a:p>
        </p:txBody>
      </p:sp>
      <p:pic>
        <p:nvPicPr>
          <p:cNvPr id="5" name="Image 0" descr="C:/Users/phoga/OneDrive/Documents/GitHub/peppard-ipas/docs/screens/06-readiness-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3566160" cy="22311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3931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Inspection readiness pack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426110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an inspector asks for, print-ready</a:t>
            </a:r>
            <a:endParaRPr lang="en-US" sz="1150" dirty="0"/>
          </a:p>
        </p:txBody>
      </p:sp>
      <p:pic>
        <p:nvPicPr>
          <p:cNvPr id="8" name="Image 1" descr="C:/Users/phoga/OneDrive/Documents/GitHub/peppard-ipas/docs/screens/07-board-p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554480"/>
            <a:ext cx="3566160" cy="2231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97680" y="3931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Quarterly board pack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4297680" y="426110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position, centre RAG, thematic risks</a:t>
            </a:r>
            <a:endParaRPr lang="en-US" sz="1150" dirty="0"/>
          </a:p>
        </p:txBody>
      </p:sp>
      <p:pic>
        <p:nvPicPr>
          <p:cNvPr id="11" name="Image 2" descr="C:/Users/phoga/OneDrive/Documents/GitHub/peppard-ipas/docs/screens/08-dept-retu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554480"/>
            <a:ext cx="3566160" cy="22311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92440" y="3931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return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8092440" y="426110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IPPS report format, pre-filled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every document reconciles to the registers at generation time.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046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to PDF today; automated submission when the Department is ready.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 today, and what comes next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E8F5E9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build today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Riverside's real 24.03.2026 IPPS inspection: 54 rooms, findings, registers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HIQA sector benchmark — 69 published inspections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74-KPI framework, 6 KPIs computing live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generated documents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sibling centres carry representative sample data in the same structures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2F5F6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9" name="Text 7"/>
          <p:cNvSpPr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phases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286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1" name="Text 9"/>
          <p:cNvSpPr/>
          <p:nvPr/>
        </p:nvSpPr>
        <p:spPr>
          <a:xfrm>
            <a:off x="6537960" y="2286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26334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registers per centre + the findings/evidence loop — the contractual exposure, first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/>
          <p:nvPr/>
        </p:nvSpPr>
        <p:spPr>
          <a:xfrm>
            <a:off x="6537960" y="3429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37960" y="37764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KPI wiring + standards register + sector benchmarking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4572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465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7" name="Text 15"/>
          <p:cNvSpPr/>
          <p:nvPr/>
        </p:nvSpPr>
        <p:spPr>
          <a:xfrm>
            <a:off x="6537960" y="4572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7960" y="49194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returns, board packs and readiness packs as submissions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F5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register &amp; return generator estimated as discrete work packages, per the descriptor.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46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 once. Answer both regulators.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71600" y="3383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FC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Peppard IPAS Operator Dashboard — built by Origin Care Group on the proven Genesis governance platform.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956048" y="4297680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23A566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" name="Text 3"/>
          <p:cNvSpPr/>
          <p:nvPr/>
        </p:nvSpPr>
        <p:spPr>
          <a:xfrm>
            <a:off x="4956048" y="4297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AVAILABLE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965</Words>
  <Application>Microsoft Office PowerPoint</Application>
  <PresentationFormat>Widescreen</PresentationFormat>
  <Paragraphs>142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Peppard IPAS Operator Dashboard</dc:title>
  <dc:subject>PptxGenJS Presentation</dc:subject>
  <dc:creator>Origin Care Group</dc:creator>
  <cp:lastModifiedBy>Philip hogan</cp:lastModifiedBy>
  <cp:revision>1</cp:revision>
  <dcterms:created xsi:type="dcterms:W3CDTF">2026-07-11T22:20:30Z</dcterms:created>
  <dcterms:modified xsi:type="dcterms:W3CDTF">2026-07-12T01:14:37Z</dcterms:modified>
</cp:coreProperties>
</file>