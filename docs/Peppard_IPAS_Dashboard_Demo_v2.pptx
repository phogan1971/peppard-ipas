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demo exists and can be shown live. This deck is the narrative and the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design constraint from the descriptor: staff record once; the system answers to both the Department and HIQA.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Modules per the descriptor. Three of the six outputs are already generated in the demo: board pack, Department return, readiness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platform DNA as connects.health — the Peppard dashboard is a sibling, not a one-off.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Riverside carries the real 24.03.2026 inspection data; the other 7 centres carry representative sample data in the same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room table is the actual inspection data: bed configs, dimensions, issues like fridges in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contractual exposure loop. RED = contractual breach; the clock starts on report receipt.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recomputed from the raw judgement matrix of published inspections — Peppard's tracker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KPIs compute live today (occupancy, space standard, evidence timeliness, open REDs, mould cases, prohibited items). The rest wire up in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documents exist in the demo now — generated live from the same data as the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split: real data vs demo data. Backend and hosting decisions are part of Phase 1 scoping.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pitch. Offer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phoga/OneDrive/Documents/GitHub/peppard-ipas/public/peppard-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914400"/>
            <a:ext cx="2286000" cy="1481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60604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IPAS Operator Dashboard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5204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dataset. Two regulators. No double entry.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498848" y="43434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/>
        </p:spPr>
      </p:sp>
      <p:sp>
        <p:nvSpPr>
          <p:cNvPr id="6" name="Text 3"/>
          <p:cNvSpPr/>
          <p:nvPr/>
        </p:nvSpPr>
        <p:spPr>
          <a:xfrm>
            <a:off x="4498848" y="4343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CENTRES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16168" y="4343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8" name="Text 5"/>
          <p:cNvSpPr/>
          <p:nvPr/>
        </p:nvSpPr>
        <p:spPr>
          <a:xfrm>
            <a:off x="5916168" y="4343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IPPS + HIQA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424928" y="43434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/>
        </p:spPr>
      </p:sp>
      <p:sp>
        <p:nvSpPr>
          <p:cNvPr id="10" name="Text 7"/>
          <p:cNvSpPr/>
          <p:nvPr/>
        </p:nvSpPr>
        <p:spPr>
          <a:xfrm>
            <a:off x="7424928" y="43434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KPIs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Department of Justice meeting  ·  Origin Care Group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inspection regimes, one operation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2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of Justice — IPPS contract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and physical: rooms, ratios, registers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Room-level space standard — 4.65 m² per person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graded RED / AMBER / GREEN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resolution due within 14 days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exposure — payment depends on it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48006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800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48006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48006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4800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150876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F2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HIQA — National Standards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2240280"/>
            <a:ext cx="4846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Thematic: 40 standards across 10 themes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on a 4-point compliance scale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inspections published sector-wide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Peppard not yet audited — 69 sector inspections tracked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designated centres: obligations run to the Department and Tusla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480060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80060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863840" y="48006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7863840" y="48006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9760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48006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rule: every register entry carries both regulatory tags — one dataset feeds both regimes without double entry.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modules, six generated outputs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2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00465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847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Returns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master record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 &amp; fire registers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register — suitable occupancy auto-derived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with the 14-day evidence loop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50876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2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00465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0" y="1847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HIQA Standards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5146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standards, self-assessed per centre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linked from the same registers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69 published sector inspections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508760"/>
            <a:ext cx="3566160" cy="3108960"/>
          </a:xfrm>
          <a:prstGeom prst="roundRect">
            <a:avLst>
              <a:gd name="adj" fmla="val 2353"/>
            </a:avLst>
          </a:prstGeom>
          <a:solidFill>
            <a:srgbClr val="F2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00465C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06840" y="184708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Framework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25146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domains, 74 KPIs — fully specified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computes from a register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manually keyed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Generated outputs — one click each: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534924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5349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CENTRE OPERATIONS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534924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5349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RAG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2440" y="534924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53492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ASSURANCE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85216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5852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BOARD PACK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97680" y="585216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0" y="5852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RETURN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92440" y="585216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/>
        </p:spPr>
      </p:sp>
      <p:sp>
        <p:nvSpPr>
          <p:cNvPr id="32" name="Text 30"/>
          <p:cNvSpPr/>
          <p:nvPr/>
        </p:nvSpPr>
        <p:spPr>
          <a:xfrm>
            <a:off x="8092440" y="58521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READINESS PACK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 DOOR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Origin platform family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0-sp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417320"/>
            <a:ext cx="3383280" cy="4800600"/>
          </a:xfrm>
          <a:prstGeom prst="roundRect">
            <a:avLst>
              <a:gd name="adj" fmla="val 2162"/>
            </a:avLst>
          </a:prstGeom>
          <a:solidFill>
            <a:srgbClr val="F2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169164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launcher for every Origin governance platform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Healthcare — clinical governance for hospital operations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Peppard IPAS — accommodation-centre governance, same design language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components, shared conventions, faster delivery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overview — all 8 centres at a glance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1-group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417320"/>
            <a:ext cx="3383280" cy="4800600"/>
          </a:xfrm>
          <a:prstGeom prst="roundRect">
            <a:avLst>
              <a:gd name="adj" fmla="val 2162"/>
            </a:avLst>
          </a:prstGeom>
          <a:solidFill>
            <a:srgbClr val="F2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169164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compliance position for every centre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against contracted capacity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open finding sets each centre's RAG status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evidence surfaced group-wide, instantly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settings present the estate strong, mixed or under pressure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 operations — the room register, live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2-centre-oper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417320"/>
            <a:ext cx="3383280" cy="4800600"/>
          </a:xfrm>
          <a:prstGeom prst="roundRect">
            <a:avLst>
              <a:gd name="adj" fmla="val 2162"/>
            </a:avLst>
          </a:prstGeom>
          <a:solidFill>
            <a:srgbClr val="F2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169164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Riverside's real room register — 54 rooms from the March 2026 IPPS inspection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occupancy derived automatically at 4.65 m² per person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Over-occupancy flagged the moment it occurs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administration registers with review status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&amp; the 14-day evidence clock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3-findings-tra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417320"/>
            <a:ext cx="3383280" cy="4800600"/>
          </a:xfrm>
          <a:prstGeom prst="roundRect">
            <a:avLst>
              <a:gd name="adj" fmla="val 2162"/>
            </a:avLst>
          </a:prstGeom>
          <a:solidFill>
            <a:srgbClr val="F2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169164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carries its RAG priority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countdown to each 14-day evidence deadline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items escalate visually — nothing slips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workflow: submit, close, reopen — with an audit trail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TWO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HIQA standards with sector benchmarking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4-standards-regi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417320"/>
            <a:ext cx="3383280" cy="4800600"/>
          </a:xfrm>
          <a:prstGeom prst="roundRect">
            <a:avLst>
              <a:gd name="adj" fmla="val 2162"/>
            </a:avLst>
          </a:prstGeom>
          <a:solidFill>
            <a:srgbClr val="F2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169164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National Standards across 10 themes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 on HIQA's own 4-point scale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standard benchmarked against 69 published HIQA IPAS inspections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Peppard sees where the sector struggles before HIQA arrives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THREE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KPI framework — 13 domains, 74 KPIs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5-kpi-frame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7680960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1417320"/>
            <a:ext cx="3383280" cy="4800600"/>
          </a:xfrm>
          <a:prstGeom prst="roundRect">
            <a:avLst>
              <a:gd name="adj" fmla="val 2162"/>
            </a:avLst>
          </a:prstGeom>
          <a:solidFill>
            <a:srgbClr val="F2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41080" y="1691640"/>
            <a:ext cx="2880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revised framework in full, as specified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KPI mapped to its assurance register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marked LIVE compute in real time from the underlying registers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that matters: nothing is manually keyed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registers to documents — one click</a:t>
            </a:r>
            <a:endParaRPr lang="en-US" sz="3000" dirty="0"/>
          </a:p>
        </p:txBody>
      </p:sp>
      <p:pic>
        <p:nvPicPr>
          <p:cNvPr id="5" name="Image 0" descr="C:/Users/phoga/OneDrive/Documents/GitHub/peppard-ipas/docs/screens/06-readiness-p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3566160" cy="2231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 readiness pack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42611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an inspector asks for, print-ready</a:t>
            </a:r>
            <a:endParaRPr lang="en-US" sz="1150" dirty="0"/>
          </a:p>
        </p:txBody>
      </p:sp>
      <p:pic>
        <p:nvPicPr>
          <p:cNvPr id="8" name="Image 1" descr="C:/Users/phoga/OneDrive/Documents/GitHub/peppard-ipas/docs/screens/07-board-p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54480"/>
            <a:ext cx="3566160" cy="2231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768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board pack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297680" y="42611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position, centre RAG, thematic risks</a:t>
            </a:r>
            <a:endParaRPr lang="en-US" sz="1150" dirty="0"/>
          </a:p>
        </p:txBody>
      </p:sp>
      <p:pic>
        <p:nvPicPr>
          <p:cNvPr id="11" name="Image 2" descr="C:/Users/phoga/OneDrive/Documents/GitHub/peppard-ipas/docs/screens/08-dept-retu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554480"/>
            <a:ext cx="3566160" cy="223113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244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return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092440" y="426110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IPPS report format, pre-filled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02920" y="52120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every document reconciles to the registers at generation time.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04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to PDF today; automated submission when the Department is ready.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 today, and what comes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build today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Riverside's real 24.03.2026 IPPS inspection: 54 rooms, findings, registers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HIQA sector benchmark — 69 published inspections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74-KPI framework, 6 KPIs computing live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generated documents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sibling centres carry representative sample data in the same structures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2F5F6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phases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37960" y="22860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86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26334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registers per centre + the findings/evidence loop — the contractual exposure, first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37960" y="34290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3429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37960" y="37764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KPI wiring + standards register + sector benchmarking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37960" y="45720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0465C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572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49194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returns, board packs and readiness packs as submissions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register &amp; return generator estimated as discrete work packages, per the descriptor.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6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once. Answer both regulators.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33832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C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Peppard IPAS Operator Dashboard — built by Origin Care Group on the proven Genesis governance platform.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56048" y="4297680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23A566"/>
          </a:solidFill>
          <a:ln/>
        </p:spPr>
      </p:sp>
      <p:sp>
        <p:nvSpPr>
          <p:cNvPr id="5" name="Text 3"/>
          <p:cNvSpPr/>
          <p:nvPr/>
        </p:nvSpPr>
        <p:spPr>
          <a:xfrm>
            <a:off x="4956048" y="4297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AVAILABLE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Peppard IPAS Operator Dashboard</dc:title>
  <dc:subject>PptxGenJS Presentation</dc:subject>
  <dc:creator>Origin Care Group</dc:creator>
  <cp:lastModifiedBy>Origin Care Group</cp:lastModifiedBy>
  <cp:revision>1</cp:revision>
  <dcterms:created xsi:type="dcterms:W3CDTF">2026-07-11T22:20:30Z</dcterms:created>
  <dcterms:modified xsi:type="dcterms:W3CDTF">2026-07-11T22:20:30Z</dcterms:modified>
</cp:coreProperties>
</file>